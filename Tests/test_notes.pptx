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</a:t>
            </a:r>
          </a:p>
          <a:p>
            <a:r>
              <a:t>Thank you for coming.</a:t>
            </a:r>
          </a:p>
          <a:p>
            <a:r>
              <a:t>Let’s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&lt; B &amp; C &gt; D.</a:t>
            </a:r>
          </a:p>
          <a:p>
            <a:r>
              <a:t>Pause.</a:t>
            </a:r>
          </a:p>
          <a:p>
            <a:r>
              <a:t>下一行 — café 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Empty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Unicode &amp; breaks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Script Companion sample</cp:lastModifiedBy>
  <cp:revision>1</cp:revision>
  <dcterms:created xsi:type="dcterms:W3CDTF">2013-01-27T09:14:16Z</dcterms:created>
  <dcterms:modified xsi:type="dcterms:W3CDTF">2013-01-27T09:15:58Z</dcterms:modified>
  <cp:category/>
</cp:coreProperties>
</file>